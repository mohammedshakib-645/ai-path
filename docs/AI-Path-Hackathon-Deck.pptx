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AI-Path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Personalised AI Tutor for Learning AI  •  Mohammed Shakib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Adaptive tutor that adjusts difficulty, explanations &amp; practice to each learner's live progress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Track: Personalised AI Tutor for Learning AI — Build Fast with AI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One-size-fits-all tutorials fail beginners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Beginners drown in generic content with no feedback loop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Static quizzes never adapt; tutors don't know your weak spots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Cloud AI costs money + leaks code; local AI can't reach other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A tutor that watches you learn, then adapts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12-unit adaptive path — every tick updates the whole app live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Quizzes unlock Medium difficulty at 60% average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Tutor receives your live profile (level, scores, current unit) every message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Hybrid engine: local Ollama (free/private) + Groq cloud (works for everyone)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Everything is real-time — zero mock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Live dashboard: progress ring, streak (real calendar days), activity feed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Submit a quiz → transcript, charts, KPIs, recommendations update instantly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Streaming tutor with code blocks, latency + engine badge per answer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Auto level: Beginner → Intermediate → Advanced from real scores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Free-tier,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Next.js 16 + React 19 + Tailwind v4 + lucide-react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Ollama llama3.1:8b (local) · Groq llama-3.3-70b (cloud fallback)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localStorage progress store (Supabase schema ready for phase 2)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Deploys on Vercel hobby tier — $0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How a message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Browser → /api/chat (provider: auto/groq/ollama) → Ollama :11434 → fallback Groq → reply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Learner profile injected into system prompt every turn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Quiz submit → store → dashboard / transcript / chart re-render via subscription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Settings switch engine per-user; server default via AI_PROVIDER env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Adaptivity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The track requirement,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Score &lt;60%: tutor uses tiny steps, encouragement, Easy bank only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Score ≥60%: Medium unlocks (comprehensions, pitfalls, Big-O)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Stuck on Unit 5? Tutor suggests Unit-5 practice + quiz retry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Demo: clear progress → Beginner tone; submit 5/5 → Intermediate 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Measured on a real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All pages render 200; build passes; tsc clean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Local answer in ~15–30s on CPU (streamed); cloud fallback &lt;5s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Medium tier locked at 32% avg, unlocked after practice — adaptivity verified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Zero hardcoded stats: every number traced to the 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3-minute video plan (record on localhost:3000)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0:00–0:30 dashboard + tick a unit live  •  0:30–1:10 quiz Easy → submit → transcript updates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1:10–2:00 tutor streams answer with engine badge  •  2:00–2:40 Medium unlock + level-up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2:40–3:00 Settings engine switch + deployed Vercel link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Next &amp; Disclosure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8BDF8"/>
                </a:solidFill>
              </a:defRPr>
            </a:pPr>
            <a:r>
              <a:t>Roadmap + honest AI-use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881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Next: Supabase auth + multi-user profiles, voice mode, Hindi explanations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AI tools used: OpenCode (Muse Spark) pair-programming; Ollama + Groq at runtime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Quiz banks are curated; tutor prose is model-generated — disclosed in README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 Repo + live link + video: links on the title slide of this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